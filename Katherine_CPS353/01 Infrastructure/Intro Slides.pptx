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a228aa712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a228aa712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54422a1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54422a1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228aa712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228aa712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394212fc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394212fc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dd092c34b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dd092c34b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394212f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394212f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a228aa712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a228aa712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03b89fd5a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03b89fd5a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394212fc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394212fc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394212fc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394212fc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a228aa712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a228aa712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54ccc4b6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e54ccc4b6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74ee085c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d74ee085c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hoffmank4@newpaltz.edu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mailto:brainark@newpaltz.edu" TargetMode="External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 Info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Katherine Brainard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Office Hours</a:t>
            </a:r>
            <a:r>
              <a:rPr lang="en"/>
              <a:t>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Science Hall 247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Monday and Thursday 9:30am - 10:30am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Tuesday 1pm - 2pm, 2pm - 3pm by appointment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Email</a:t>
            </a:r>
            <a:r>
              <a:rPr lang="en"/>
              <a:t>: brainark@newpaltz.edu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Get Help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Drop-in Office Hours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Appointment Office Hours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Email: 1 business day response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Policies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6727500" cy="39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will be </a:t>
            </a:r>
            <a:r>
              <a:rPr b="1" lang="en"/>
              <a:t>interactive </a:t>
            </a:r>
            <a:r>
              <a:rPr lang="en"/>
              <a:t>- please bring your laptop!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you don't have regular access to a laptop: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Contact Kaitlin Hoffman (</a:t>
            </a:r>
            <a:r>
              <a:rPr lang="en" u="sng">
                <a:solidFill>
                  <a:schemeClr val="hlink"/>
                </a:solidFill>
                <a:hlinkClick r:id="rId3"/>
              </a:rPr>
              <a:t>hoffmank4@newpaltz.edu</a:t>
            </a:r>
            <a:r>
              <a:rPr lang="en"/>
              <a:t>) to coordinate a </a:t>
            </a:r>
            <a:r>
              <a:rPr b="1" lang="en"/>
              <a:t>loaner laptop</a:t>
            </a:r>
            <a:r>
              <a:rPr lang="en"/>
              <a:t> for the semester; there's a limited number of these, so reach out sooner rather than later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Outside of class, </a:t>
            </a:r>
            <a:r>
              <a:rPr b="1" lang="en"/>
              <a:t>SH260</a:t>
            </a:r>
            <a:r>
              <a:rPr lang="en"/>
              <a:t> has computers you can use for working on assignments.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3725" y="187525"/>
            <a:ext cx="1800000" cy="1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Prerequisite Form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Needed to access Brightspace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Policies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9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material is only available via this course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you: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Ask ChatGPT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Ask Google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Watch a youtube video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Ask stackoverflow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Answers will be </a:t>
            </a:r>
            <a:r>
              <a:rPr b="1" lang="en"/>
              <a:t>missing </a:t>
            </a:r>
            <a:r>
              <a:rPr b="1" lang="en"/>
              <a:t>important context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Supplement course materials = good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Instead of course materials = bad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Policies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tl;dr: No LLMs for checkpoints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Code for course != code LLMs are good 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Point of checkpoints is to practice material from course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Checkpoints </a:t>
            </a:r>
            <a:r>
              <a:rPr b="1" lang="en"/>
              <a:t>must</a:t>
            </a:r>
            <a:r>
              <a:rPr lang="en"/>
              <a:t> use material from course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Policies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Syllabus posted on Brightspace with more details/as a reference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Grade Breakdown: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20%</a:t>
            </a:r>
            <a:r>
              <a:rPr lang="en"/>
              <a:t> Weekly Checkpoint Code Reviews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2</a:t>
            </a:r>
            <a:r>
              <a:rPr b="1" lang="en"/>
              <a:t>0%</a:t>
            </a:r>
            <a:r>
              <a:rPr lang="en"/>
              <a:t> Final Project (partly built up through the weekly assignments)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30</a:t>
            </a:r>
            <a:r>
              <a:rPr b="1" lang="en"/>
              <a:t>%</a:t>
            </a:r>
            <a:r>
              <a:rPr lang="en"/>
              <a:t> Midterm Exam (open book, closed computer, during class time)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30</a:t>
            </a:r>
            <a:r>
              <a:rPr b="1" lang="en"/>
              <a:t>%</a:t>
            </a:r>
            <a:r>
              <a:rPr lang="en"/>
              <a:t> Final Exam (open book, closed computer, see final exam schedule)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Project: Buddy System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already have a project buddy, great!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not: there will be time at the end of class today to find a buddy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Groups of up to 3 allowed, but they are more 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week: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Write code (individual)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Review code (swap with buddies)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Group brainstorming is allowed (and encouraged!)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Grading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Checkpoint Grade: Process, ie Code Reviews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Selecting code for review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Leaving substantive comments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Responding to comments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Multiple buddies = Multiple Independent Reviews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Final Project Grade: Functionality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Fixing everything from feedback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Adding on to course topics from outside resources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Grading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544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Checkpoints: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Recommended completion date (Brightspace will show this as ‘due date’)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Required</a:t>
            </a:r>
            <a:r>
              <a:rPr lang="en"/>
              <a:t> test suite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Must respond to feedback from previous checkpoint (available 4 days after submitting)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Caution</a:t>
            </a:r>
            <a:r>
              <a:rPr lang="en"/>
              <a:t>: Do not Fall Too Far Behind</a:t>
            </a: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925" y="284500"/>
            <a:ext cx="3087300" cy="1735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2237" y="1568081"/>
            <a:ext cx="3559525" cy="26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Checkpoint </a:t>
            </a:r>
            <a:r>
              <a:rPr lang="en"/>
              <a:t>0.5: Email me your Project Group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4908300" cy="37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Must be completed by </a:t>
            </a:r>
            <a:r>
              <a:rPr b="1" lang="en"/>
              <a:t>Thursday </a:t>
            </a:r>
            <a:r>
              <a:rPr lang="en"/>
              <a:t>(next class)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Groups must be 2-3 people (recommended: 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mail me (</a:t>
            </a:r>
            <a:r>
              <a:rPr lang="en" u="sng">
                <a:solidFill>
                  <a:schemeClr val="hlink"/>
                </a:solidFill>
                <a:hlinkClick r:id="rId3"/>
              </a:rPr>
              <a:t>brainark@newpaltz.edu</a:t>
            </a:r>
            <a:r>
              <a:rPr lang="en"/>
              <a:t>)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your name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your buddy/ies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team name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CC</a:t>
            </a:r>
            <a:r>
              <a:rPr lang="en"/>
              <a:t> everyone on the email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You'll need a buddy for Checkpoint 1</a:t>
            </a:r>
            <a:endParaRPr/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5675" y="1017725"/>
            <a:ext cx="3285200" cy="341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Work Time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8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Find a buddy!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Start on Checkpoint 1 (on Brightspace)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Configuring new software is a fraught process, get through as much of this as you can in class in case of issues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