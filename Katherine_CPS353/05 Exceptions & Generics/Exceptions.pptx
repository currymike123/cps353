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41bf3bb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41bf3bb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81ca3027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81ca3027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81ca3027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f81ca3027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81ca3027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81ca3027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81ca3027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81ca3027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f81ca3027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f81ca3027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81ca3027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f81ca3027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81ca3027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81ca3027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81ca3027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81ca3027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81ca3027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f81ca3027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81ca3027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f81ca3027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81ca30277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f81ca3027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81ca30277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81ca3027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f81ca3027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f81ca3027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1ca30277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f81ca30277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81ca30277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81ca30277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db15816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db15816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Exceptions: API Design is Hard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Checked exceptions are widely recognized as a poor design decision these days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/>
              <a:t>Unchecked (aka runtime) exceptions are fine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Predates some important lessons/best practices in API design (field has advanced in the last 30 years!)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Good example of what happens when you aren’t careful about API design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Hard to use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Nearly impossible to fix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Exceptions (High Level)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34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something goes wrong, code will </a:t>
            </a:r>
            <a:r>
              <a:rPr b="1" lang="en"/>
              <a:t>throw</a:t>
            </a:r>
            <a:r>
              <a:rPr lang="en"/>
              <a:t> an exception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stops running lines of code and returns up the call stack until it reaches a </a:t>
            </a:r>
            <a:r>
              <a:rPr b="1" lang="en"/>
              <a:t>catch</a:t>
            </a:r>
            <a:r>
              <a:rPr lang="en"/>
              <a:t> block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block will handle the exception, typically by one or more of: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Logging the exception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Re-throwing the exception as a different type or with additional information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Returning an error code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850" y="653800"/>
            <a:ext cx="326645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Exception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Throwable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Exception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RuntimeException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Error</a:t>
            </a:r>
            <a:endParaRPr/>
          </a:p>
        </p:txBody>
      </p:sp>
      <p:cxnSp>
        <p:nvCxnSpPr>
          <p:cNvPr id="69" name="Google Shape;69;p15"/>
          <p:cNvCxnSpPr/>
          <p:nvPr/>
        </p:nvCxnSpPr>
        <p:spPr>
          <a:xfrm>
            <a:off x="597550" y="1601675"/>
            <a:ext cx="0" cy="207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1023025" y="2074425"/>
            <a:ext cx="0" cy="274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550275" y="1601675"/>
            <a:ext cx="9600" cy="1182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5"/>
          <p:cNvCxnSpPr/>
          <p:nvPr/>
        </p:nvCxnSpPr>
        <p:spPr>
          <a:xfrm>
            <a:off x="607000" y="1809675"/>
            <a:ext cx="226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5"/>
          <p:cNvCxnSpPr/>
          <p:nvPr/>
        </p:nvCxnSpPr>
        <p:spPr>
          <a:xfrm>
            <a:off x="1041925" y="2348625"/>
            <a:ext cx="226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5"/>
          <p:cNvCxnSpPr/>
          <p:nvPr/>
        </p:nvCxnSpPr>
        <p:spPr>
          <a:xfrm>
            <a:off x="569200" y="2773525"/>
            <a:ext cx="283800" cy="9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Checked Exceptions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Anything that is an Exception but not a RuntimeException is a </a:t>
            </a:r>
            <a:r>
              <a:rPr b="1" lang="en"/>
              <a:t>checked exception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are a mistake of the past: should either use a return status or generic error handling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Must be </a:t>
            </a:r>
            <a:r>
              <a:rPr b="1" lang="en"/>
              <a:t>declared</a:t>
            </a:r>
            <a:r>
              <a:rPr lang="en"/>
              <a:t> on the method signature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Must be either </a:t>
            </a:r>
            <a:r>
              <a:rPr b="1" lang="en"/>
              <a:t>caught</a:t>
            </a:r>
            <a:r>
              <a:rPr lang="en"/>
              <a:t> or </a:t>
            </a:r>
            <a:r>
              <a:rPr b="1" lang="en"/>
              <a:t>rethrown</a:t>
            </a:r>
            <a:r>
              <a:rPr lang="en"/>
              <a:t> by method callers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Most common in practice: IOException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Error Types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AssertionError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OutOfMemoryError (OOM)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Typically for things that shouldn't be specifically caught; indicate exceptionally exceptional circumstances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 Block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"try this, possibly handle an error if it goes wrong, and </a:t>
            </a:r>
            <a:r>
              <a:rPr b="1" lang="en"/>
              <a:t>finally</a:t>
            </a:r>
            <a:r>
              <a:rPr lang="en"/>
              <a:t>, do this other thing"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Runs regardless of if an exception was thrown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Throwing an exception in a finally block is really bad: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masks other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may leave data in a bad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very uncharted territory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use finally cautiously/sparingly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With Resources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to </a:t>
            </a:r>
            <a:r>
              <a:rPr lang="en"/>
              <a:t>explicit</a:t>
            </a:r>
            <a:r>
              <a:rPr lang="en"/>
              <a:t> finally block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Avoids resource leak bugs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try (FileReader reader = new FileReader("someFile.txt"))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reader.readInt();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Requires</a:t>
            </a:r>
            <a:r>
              <a:rPr lang="en"/>
              <a:t> that the object implement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Closeable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Throw vs Error Codes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Could a client reasonably handle this error specifically?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⇒ Use an error code</a:t>
            </a:r>
            <a:r>
              <a:rPr lang="en"/>
              <a:t> (in the past: checked exception)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Would any error handling be of a fairly generic 'something went wrong' type?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throw a RuntimeException (typically, IllegalStateException or IllegalArgumentException)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Are errors common enough that all clients should check for them?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⇒ Use an Optional&lt;&gt; return type, possibly with an error code (in the past: return null/-1)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Process/Cross Network Exceptions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Java Exceptions stop propagating at the end of a thread, which includes the edge of a Java Process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/>
          </a:blip>
          <a:srcRect b="0" l="0" r="43458" t="0"/>
          <a:stretch/>
        </p:blipFill>
        <p:spPr>
          <a:xfrm>
            <a:off x="619470" y="2958750"/>
            <a:ext cx="4346274" cy="167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21"/>
          <p:cNvCxnSpPr/>
          <p:nvPr/>
        </p:nvCxnSpPr>
        <p:spPr>
          <a:xfrm flipH="1">
            <a:off x="2876200" y="2376975"/>
            <a:ext cx="18900" cy="9078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21"/>
          <p:cNvSpPr txBox="1"/>
          <p:nvPr/>
        </p:nvSpPr>
        <p:spPr>
          <a:xfrm>
            <a:off x="3490775" y="3473750"/>
            <a:ext cx="54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3008575" y="2150050"/>
            <a:ext cx="21180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 Exceptions past this point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Process/Cross Network Exceptions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the boundary of a process/network call, always include 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try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// internal server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 catch (Throwable t)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// translate to an error code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3490775" y="3473750"/>
            <a:ext cx="54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3008575" y="2150050"/>
            <a:ext cx="21180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Traces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Throwables include a </a:t>
            </a:r>
            <a:r>
              <a:rPr b="1" lang="en"/>
              <a:t>stack trace</a:t>
            </a:r>
            <a:r>
              <a:rPr lang="en"/>
              <a:t> - this is automatically populated by the jvm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starts with what line the exception was thrown at, and continues up the </a:t>
            </a:r>
            <a:r>
              <a:rPr b="1" lang="en"/>
              <a:t>call stack</a:t>
            </a:r>
            <a:r>
              <a:rPr lang="en"/>
              <a:t> with classes and line numbers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Traces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2091800"/>
            <a:ext cx="8520600" cy="28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46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Exception in thread "main" java.lang.NumberFormatException: For input string: "not a number"</a:t>
            </a:r>
            <a:endParaRPr sz="146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46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java.base/java.lang.NumberFormatException.forInputString(Unknown Source)</a:t>
            </a:r>
            <a:endParaRPr sz="146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46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java.base/java.lang.Integer.parseInt(Unknown Source)</a:t>
            </a:r>
            <a:endParaRPr sz="146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46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java.base/java.lang.Integer.parseInt(Unknown Source)</a:t>
            </a:r>
            <a:endParaRPr sz="146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46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pointerExample.ExceptionExample.callAMethod(ExceptionExample.java:10)</a:t>
            </a:r>
            <a:endParaRPr sz="146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46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pointerExample.ExceptionExample.main(ExceptionExample.java:6)</a:t>
            </a:r>
            <a:endParaRPr sz="146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6588" y="196313"/>
            <a:ext cx="42386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 Traces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b="1" lang="en"/>
              <a:t>uncaught </a:t>
            </a:r>
            <a:r>
              <a:rPr lang="en"/>
              <a:t>exceptions on the </a:t>
            </a:r>
            <a:r>
              <a:rPr b="1" lang="en"/>
              <a:t>main</a:t>
            </a:r>
            <a:r>
              <a:rPr lang="en"/>
              <a:t> thread, they will print to the console and end the program (usually)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</a:t>
            </a:r>
            <a:r>
              <a:rPr b="1" lang="en"/>
              <a:t>caught </a:t>
            </a:r>
            <a:r>
              <a:rPr lang="en"/>
              <a:t>exceptions, you can do the same with printStackTrace()</a:t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588" y="2887900"/>
            <a:ext cx="380047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/>
        </p:nvSpPr>
        <p:spPr>
          <a:xfrm>
            <a:off x="399000" y="2745725"/>
            <a:ext cx="42642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 unusual circumstances, you can introspect using getStackTrace()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Messages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getMessage() is defined on Throwable, but can be and often is </a:t>
            </a:r>
            <a:r>
              <a:rPr b="1" lang="en"/>
              <a:t>null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Use constructors to provide a good message when throwing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Don't assume the message is helpful when catching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getCause()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"Catch and re-throw" is very common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Convert checked → unchecked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Move exceptions across threads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Sanitize error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Providing the </a:t>
            </a:r>
            <a:r>
              <a:rPr b="1" lang="en"/>
              <a:t>original</a:t>
            </a:r>
            <a:r>
              <a:rPr lang="en"/>
              <a:t> exception preserves important </a:t>
            </a:r>
            <a:r>
              <a:rPr b="1" lang="en"/>
              <a:t>debugging</a:t>
            </a:r>
            <a:r>
              <a:rPr lang="en"/>
              <a:t> info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 getCause()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847500"/>
            <a:ext cx="8520600" cy="31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29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Exception in thread "main" java.lang.IllegalStateException: There is a typo in the code</a:t>
            </a:r>
            <a:endParaRPr sz="129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29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pointerExample.ExceptionExample.callAMethod(ExceptionExample.java:13)</a:t>
            </a:r>
            <a:endParaRPr sz="129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29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pointerExample.ExceptionExample.main(ExceptionExample.java:6)</a:t>
            </a:r>
            <a:endParaRPr sz="129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29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Caused by: java.lang.NumberFormatException: For input string: "not a number"</a:t>
            </a:r>
            <a:endParaRPr sz="129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29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java.base/java.lang.NumberFormatException.forInputString(Unknown Source)</a:t>
            </a:r>
            <a:endParaRPr sz="129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29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java.base/java.lang.Integer.parseInt(Unknown Source)</a:t>
            </a:r>
            <a:endParaRPr sz="129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29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java.base/java.lang.Integer.parseInt(Unknown Source)</a:t>
            </a:r>
            <a:endParaRPr sz="129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295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	at pointerExample.ExceptionExample.callAMethod(ExceptionExample.java:11)</a:t>
            </a:r>
            <a:endParaRPr sz="1295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9125" y="445025"/>
            <a:ext cx="5197524" cy="10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/>
          <p:nvPr/>
        </p:nvSpPr>
        <p:spPr>
          <a:xfrm>
            <a:off x="8435725" y="1024925"/>
            <a:ext cx="245700" cy="2838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Exceptions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Three different ways to signal errors to a user: Exception, Error Codes/Return Values, Optional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What each is and when to use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try/catch/finally - syntax and what each block does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try-with-resources - when to use it, why to use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Generics</a:t>
            </a:r>
            <a:r>
              <a:rPr lang="en"/>
              <a:t>: 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syntax, including ? and ? extends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How the compiler uses this to enforce type safety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When should you add a type parameter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How to use code that has a type parameter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